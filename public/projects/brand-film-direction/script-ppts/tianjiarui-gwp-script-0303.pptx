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46" r:id="rId2"/>
    <p:sldId id="347" r:id="rId3"/>
    <p:sldId id="34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07"/>
    <p:restoredTop sz="94659"/>
  </p:normalViewPr>
  <p:slideViewPr>
    <p:cSldViewPr snapToGrid="0">
      <p:cViewPr varScale="1">
        <p:scale>
          <a:sx n="72" d="100"/>
          <a:sy n="72" d="100"/>
        </p:scale>
        <p:origin x="240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33B16-1694-334D-9133-9B0662D3233A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3746-720B-B54C-9C92-23216CB5C52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58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721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972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96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99D94-E686-A886-F76A-11BD217C1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45383C-3ECD-FD43-BB99-9E9B2F031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7DF48-D7E8-66AD-1DE4-EFB21407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405AF-9572-411D-D47E-5BACC82B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AE8D72-F3D6-63A5-57E3-167366F4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643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570A0-93F1-EA76-147E-C139B2E4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D707D7-7017-24F3-428B-3407A369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EAB04-D57F-3B80-7C74-933C8A31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4D9C54-C8E8-FC44-186F-8EEA598F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92259-2F0F-173B-4830-16488405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954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0D6CE-EEDB-BBA8-7E5B-0CC49E56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851FA2-4DC5-0B51-102E-09C8AAE9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EA5F7-3294-AB48-1B4C-2FDC5AA0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1967E-393E-86F7-AB0A-5D09CD05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69A105-BB76-8D48-6680-4CD1A3C7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72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40ED2-DB9E-2FE2-147E-A9555FA4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982D0-1F2B-438F-84A2-1FACB14EB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C1F536-0B8A-40F1-48A9-1921BE3DF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A1F4D2-9594-B4D9-D52F-E70DD413E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641025-33B9-428A-5E94-D4744D59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6D44A9-17AC-2068-AFF5-3C301AE9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480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4202F-7B91-6B9F-9F2E-5C84EE4C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FAC71-0DBE-37AD-E3BB-85FF7791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69B87-CEA0-F175-B254-955876AC4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C08217-656E-9C5E-DDA3-810869769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201F5B-663E-369A-69AF-5AE4AC931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421A7F-534A-853C-6DF4-3271AB67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C8270E-59CD-CF11-1E3A-4BE02F9B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7F44D6-F681-9D47-BF51-63C987F0B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FAC8B-AC6F-54D9-173F-748A6215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BEC624-F32B-13BE-EC81-11653DF9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FB6ECC-2FB8-E6E6-D824-427A031D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238DFF-B6F8-64AD-D956-D7C5ACBB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45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9467C-01D6-0195-90A5-1F9FB4BB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A9EE5E-5406-FA49-D627-61FCE675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CA63F7-BDF5-1A13-DE03-5C9CE7AF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72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A80B13-E2AC-D72A-566C-A7424977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E4838E-7B90-D59F-8901-B19E34AB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74E88A-E995-1894-7002-C06E7715D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2AFEFD-0BE5-C4F9-02BE-8A708D80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4629F-54B2-BC20-A9AF-3B7F10E0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1E80E-65AF-5F78-D90C-3DF3242B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686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E9CD8-B4FB-FC43-49BC-944AD8D96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5D76EC-3F8F-AEC0-0F5A-62B734B65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08DB8D-1AE2-2DC8-15E1-FD752965F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76656A-B1C4-E67E-65EA-7A831414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E8BC29-8B26-967C-5F71-548E32F4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F50A5F-D815-DA07-C633-58C9E273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2211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4D6248-01A1-E70E-6A70-5B398E56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E98D47-1AE0-E742-967E-56FD22568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F37DF-15D6-2EC1-2181-DCF0F681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86592-062C-D3F3-8FA9-CCC8626B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192F5-579C-4A3D-7C03-BBD2ECB6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452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C8EB1B-09F3-187C-039E-2ED414699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5D018D-B246-B8BB-6D9C-6F836AA04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A2672-4BDF-B73D-6765-E3421B45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F8BF5-5BB8-AFEE-BCC9-69A342E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A0DA7-B721-FD66-1628-3C76FB7F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6193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1589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A71293-99BD-3C06-2FE5-77FF86CB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6A2DB3-35A3-B221-F281-9B0320600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1D50D-8095-F106-9E8B-0108F6E9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4D11A-DBD2-8A47-8223-1B3E35D89104}" type="datetimeFigureOut">
              <a:rPr kumimoji="1" lang="zh-CN" altLang="en-US" smtClean="0"/>
              <a:t>2026/3/3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89CD9-D9F6-7950-2CC8-9827D2022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C31F3-81D1-3278-75D6-9D8446353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ED1B4-6B5D-154E-81B1-E9D61394E7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983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11" Type="http://schemas.openxmlformats.org/officeDocument/2006/relationships/image" Target="../media/image5.jpg"/><Relationship Id="rId5" Type="http://schemas.openxmlformats.org/officeDocument/2006/relationships/image" Target="../media/image1.png"/><Relationship Id="rId10" Type="http://schemas.openxmlformats.org/officeDocument/2006/relationships/image" Target="../media/image13.jp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335" y="0"/>
            <a:ext cx="12192000" cy="6858000"/>
          </a:xfrm>
          <a:prstGeom prst="rect">
            <a:avLst/>
          </a:prstGeom>
        </p:spPr>
      </p:pic>
      <p:cxnSp>
        <p:nvCxnSpPr>
          <p:cNvPr id="4" name="直接连接符 2"/>
          <p:cNvCxnSpPr/>
          <p:nvPr/>
        </p:nvCxnSpPr>
        <p:spPr>
          <a:xfrm>
            <a:off x="408305" y="978356"/>
            <a:ext cx="11402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0503" y="375106"/>
            <a:ext cx="11402695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GWP</a:t>
            </a:r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创意视频</a:t>
            </a:r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-30S</a:t>
            </a:r>
          </a:p>
          <a:p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  <a:p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25B9CF-D88C-86C1-CC08-E524DA694AAA}"/>
              </a:ext>
            </a:extLst>
          </p:cNvPr>
          <p:cNvSpPr txBox="1"/>
          <p:nvPr/>
        </p:nvSpPr>
        <p:spPr>
          <a:xfrm>
            <a:off x="717427" y="2793852"/>
            <a:ext cx="2912857" cy="778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 sz="1200" dirty="0">
                <a:solidFill>
                  <a:srgbClr val="09040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0"/>
                <a:sym typeface="+mn-ea"/>
              </a:rPr>
              <a:t>/</a:t>
            </a:r>
            <a:r>
              <a:rPr lang="zh-CN" altLang="en-US" sz="1200" dirty="0">
                <a:solidFill>
                  <a:srgbClr val="09040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0"/>
                <a:sym typeface="+mn-ea"/>
              </a:rPr>
              <a:t>浴室门缓缓打开，涌出绵密的沐浴泡泡</a:t>
            </a:r>
            <a:endParaRPr lang="en-US" altLang="zh-CN" sz="1200" dirty="0">
              <a:solidFill>
                <a:srgbClr val="090404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微软雅黑" charset="0"/>
              <a:sym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zh-CN" sz="1200" dirty="0">
                <a:solidFill>
                  <a:srgbClr val="090404"/>
                </a:solidFill>
                <a:ea typeface="Microsoft YaHei" panose="020B0503020204020204" pitchFamily="34" charset="-122"/>
                <a:cs typeface="微软雅黑" charset="0"/>
                <a:sym typeface="+mn-ea"/>
              </a:rPr>
              <a:t>-</a:t>
            </a:r>
            <a:r>
              <a:rPr lang="zh-CN" altLang="en-US" sz="1200" dirty="0"/>
              <a:t>泡泡在暖光下折射光泽，带有动态效果 </a:t>
            </a:r>
            <a:endParaRPr lang="en-US" altLang="zh-CN" sz="1200" dirty="0">
              <a:solidFill>
                <a:srgbClr val="090404"/>
              </a:solidFill>
              <a:effectLst/>
              <a:ea typeface="Microsoft YaHei" panose="020B0503020204020204" pitchFamily="34" charset="-122"/>
              <a:cs typeface="微软雅黑" charset="0"/>
              <a:sym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FA9AFD9-B910-3011-B323-339E2528D607}"/>
              </a:ext>
            </a:extLst>
          </p:cNvPr>
          <p:cNvGrpSpPr/>
          <p:nvPr/>
        </p:nvGrpSpPr>
        <p:grpSpPr>
          <a:xfrm>
            <a:off x="660554" y="1190110"/>
            <a:ext cx="3026602" cy="1574707"/>
            <a:chOff x="7163672" y="1432972"/>
            <a:chExt cx="3836377" cy="199602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431220C-D167-8577-4EAE-7E9864569A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0912" b="20912"/>
            <a:stretch/>
          </p:blipFill>
          <p:spPr>
            <a:xfrm>
              <a:off x="7163672" y="1434172"/>
              <a:ext cx="1578250" cy="1994824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342D379-49E1-C6AD-2DDB-221252E10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9274" r="19841"/>
            <a:stretch/>
          </p:blipFill>
          <p:spPr>
            <a:xfrm>
              <a:off x="8741923" y="1432972"/>
              <a:ext cx="2258126" cy="1996024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213C46-C69B-8E79-3211-659F1A0B6EF5}"/>
              </a:ext>
            </a:extLst>
          </p:cNvPr>
          <p:cNvGrpSpPr/>
          <p:nvPr/>
        </p:nvGrpSpPr>
        <p:grpSpPr>
          <a:xfrm>
            <a:off x="5066486" y="1190110"/>
            <a:ext cx="2173802" cy="1573757"/>
            <a:chOff x="3962018" y="1672729"/>
            <a:chExt cx="2173802" cy="157375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6040AF5E-43EA-2A79-D77C-7E0207D9E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62954" y="1672731"/>
              <a:ext cx="972866" cy="1573755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C7424A1-4B43-2EB2-F8C0-47026A9E3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62018" y="1672729"/>
              <a:ext cx="1180317" cy="1573757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1687D8A-2219-547A-FFC5-CD3813D2A02D}"/>
              </a:ext>
            </a:extLst>
          </p:cNvPr>
          <p:cNvSpPr txBox="1"/>
          <p:nvPr/>
        </p:nvSpPr>
        <p:spPr>
          <a:xfrm>
            <a:off x="4514986" y="2793852"/>
            <a:ext cx="3276802" cy="114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1200">
                <a:solidFill>
                  <a:srgbClr val="09040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0"/>
              </a:defRPr>
            </a:lvl1pPr>
          </a:lstStyle>
          <a:p>
            <a:pPr algn="ctr"/>
            <a:r>
              <a:rPr lang="zh-CN" altLang="en-US" dirty="0"/>
              <a:t>/泡泡散开，所有gwp从浴缸浮出并悬浮空中</a:t>
            </a:r>
          </a:p>
          <a:p>
            <a:pPr algn="ctr"/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-呈现 Q 弹质感，伴随微小晃动</a:t>
            </a:r>
          </a:p>
          <a:p>
            <a:pPr algn="ctr"/>
            <a:r>
              <a:rPr lang="zh-CN" altLang="en-US" b="1" dirty="0"/>
              <a:t>「六神 × 田嘉瑞 限定来袭」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A139FD-2EC7-3E45-9B56-4E835CC3DEB2}"/>
              </a:ext>
            </a:extLst>
          </p:cNvPr>
          <p:cNvSpPr txBox="1"/>
          <p:nvPr/>
        </p:nvSpPr>
        <p:spPr>
          <a:xfrm>
            <a:off x="7047117" y="2793852"/>
            <a:ext cx="5595061" cy="114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200000"/>
              </a:lnSpc>
              <a:defRPr sz="1200">
                <a:solidFill>
                  <a:srgbClr val="090404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微软雅黑" charset="0"/>
              </a:defRPr>
            </a:lvl1pPr>
          </a:lstStyle>
          <a:p>
            <a:r>
              <a:rPr lang="zh-CN" altLang="en-US" dirty="0"/>
              <a:t>/手从前景入镜，指尖轻触悬浮的小卡</a:t>
            </a:r>
          </a:p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-指尖触碰的瞬间，小卡周围浮现一圈金色光效，实现 “唤醒” 视觉感</a:t>
            </a:r>
          </a:p>
          <a:p>
            <a:r>
              <a:rPr lang="zh-CN" altLang="en-US" b="1" dirty="0"/>
              <a:t>「点击解锁惊喜」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3110EF9-4C58-84E6-1AF9-F58D23AB63B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472" b="40708"/>
          <a:stretch/>
        </p:blipFill>
        <p:spPr>
          <a:xfrm>
            <a:off x="9171718" y="1190110"/>
            <a:ext cx="1345859" cy="157376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2A7A283-0F8D-E5D4-4EEF-ECE25F9CAC33}"/>
              </a:ext>
            </a:extLst>
          </p:cNvPr>
          <p:cNvSpPr txBox="1"/>
          <p:nvPr/>
        </p:nvSpPr>
        <p:spPr>
          <a:xfrm>
            <a:off x="-878627" y="6021229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/小卡从指尖飞出，悬停在画面中央 ，翻转展示三张卡面</a:t>
            </a:r>
          </a:p>
          <a:p>
            <a:pPr algn="ctr"/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「三重心动」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CFD32C4-2265-60B1-FF22-8A48156B03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462" y="4093184"/>
            <a:ext cx="3532787" cy="1766394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3542EA3-2E2A-B1F2-7EC1-E4BB428EFE1C}"/>
              </a:ext>
            </a:extLst>
          </p:cNvPr>
          <p:cNvSpPr txBox="1"/>
          <p:nvPr/>
        </p:nvSpPr>
        <p:spPr>
          <a:xfrm>
            <a:off x="2898735" y="6021229"/>
            <a:ext cx="6544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/最后转到卡的背面，镜头推近聚焦卡面文字</a:t>
            </a: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-卡面文字 “嘉倍爽出神” 处做短暂视觉停留，小卡下滑轨迹自然流畅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DCE2799-2AE6-2A9B-8A33-F4434C8469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7190" y="4093184"/>
            <a:ext cx="1127324" cy="1737604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D78CC71-EEA6-42AF-8911-CA973EFF5CD2}"/>
              </a:ext>
            </a:extLst>
          </p:cNvPr>
          <p:cNvSpPr txBox="1"/>
          <p:nvPr/>
        </p:nvSpPr>
        <p:spPr>
          <a:xfrm>
            <a:off x="6808617" y="5763946"/>
            <a:ext cx="6544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/小卡从屏幕底部滑出，轨迹衔接胶卷打印机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打印机运作，缓缓打印出人生四格</a:t>
            </a:r>
          </a:p>
          <a:p>
            <a:pPr algn="ctr"/>
            <a:r>
              <a:rPr lang="zh-CN" altLang="en-US" sz="1200" dirty="0"/>
              <a:t>-小卡下滑轨迹化作光带，实现转场衔接</a:t>
            </a:r>
            <a:endParaRPr lang="en-US" altLang="zh-CN" sz="1200" dirty="0"/>
          </a:p>
          <a:p>
            <a:pPr algn="ctr"/>
            <a:r>
              <a:rPr lang="zh-CN" altLang="en-US" sz="1200" dirty="0"/>
              <a:t>打印机搭配 “咔哒” 声效同步动效</a:t>
            </a:r>
          </a:p>
          <a:p>
            <a:pPr algn="ctr"/>
            <a:r>
              <a:rPr lang="zh-CN" altLang="en-US" sz="1200" b="1" dirty="0"/>
              <a:t>「与你分享独嘉记忆」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B8A2AD3-BA06-1AC3-B8DF-26542688E2B3}"/>
              </a:ext>
            </a:extLst>
          </p:cNvPr>
          <p:cNvGrpSpPr/>
          <p:nvPr/>
        </p:nvGrpSpPr>
        <p:grpSpPr>
          <a:xfrm>
            <a:off x="8856591" y="4093184"/>
            <a:ext cx="2482351" cy="1592426"/>
            <a:chOff x="9031223" y="4110862"/>
            <a:chExt cx="2747144" cy="176229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899D085-F493-8226-5401-99E75D39E86B}"/>
                </a:ext>
              </a:extLst>
            </p:cNvPr>
            <p:cNvGrpSpPr/>
            <p:nvPr/>
          </p:nvGrpSpPr>
          <p:grpSpPr>
            <a:xfrm>
              <a:off x="9031223" y="4110862"/>
              <a:ext cx="1625030" cy="1762290"/>
              <a:chOff x="9031223" y="4110862"/>
              <a:chExt cx="1625030" cy="1762290"/>
            </a:xfrm>
          </p:grpSpPr>
          <p:pic>
            <p:nvPicPr>
              <p:cNvPr id="35" name="图片 34">
                <a:extLst>
                  <a:ext uri="{FF2B5EF4-FFF2-40B4-BE49-F238E27FC236}">
                    <a16:creationId xmlns:a16="http://schemas.microsoft.com/office/drawing/2014/main" id="{4AF22FF4-F0E5-EDE2-5F18-37B2BA152A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6404" b="17667"/>
              <a:stretch/>
            </p:blipFill>
            <p:spPr>
              <a:xfrm>
                <a:off x="9031223" y="4117354"/>
                <a:ext cx="1049512" cy="1731370"/>
              </a:xfrm>
              <a:prstGeom prst="rect">
                <a:avLst/>
              </a:prstGeom>
            </p:spPr>
          </p:pic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ED07CEC1-01E2-B7E9-6E50-05CBB89D0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79906" y="4110862"/>
                <a:ext cx="576347" cy="1762290"/>
              </a:xfrm>
              <a:prstGeom prst="rect">
                <a:avLst/>
              </a:prstGeom>
            </p:spPr>
          </p:pic>
        </p:grpSp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EB43BD58-9B91-D80A-E8FA-A731CC731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643568" y="4110863"/>
              <a:ext cx="1134799" cy="17134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11155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直接连接符 2"/>
          <p:cNvCxnSpPr/>
          <p:nvPr/>
        </p:nvCxnSpPr>
        <p:spPr>
          <a:xfrm>
            <a:off x="408305" y="978356"/>
            <a:ext cx="11402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0503" y="375106"/>
            <a:ext cx="11402695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GWP</a:t>
            </a:r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创意视频</a:t>
            </a:r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-30S</a:t>
            </a:r>
          </a:p>
          <a:p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B19BCC-9943-22FD-1E2F-96CC4DD1075B}"/>
              </a:ext>
            </a:extLst>
          </p:cNvPr>
          <p:cNvSpPr txBox="1"/>
          <p:nvPr/>
        </p:nvSpPr>
        <p:spPr>
          <a:xfrm>
            <a:off x="-1404579" y="4286888"/>
            <a:ext cx="7117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/人生四格被泡泡包围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画面中央最大泡泡倒影中出现亚克力签字板</a:t>
            </a: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-泡泡环绕人生四格做缓慢浮动，泡泡倒影处做淡入转场效果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DA1F689-3C0A-A847-3C62-E60A45EBED15}"/>
              </a:ext>
            </a:extLst>
          </p:cNvPr>
          <p:cNvGrpSpPr/>
          <p:nvPr/>
        </p:nvGrpSpPr>
        <p:grpSpPr>
          <a:xfrm>
            <a:off x="853551" y="2272510"/>
            <a:ext cx="2691785" cy="1747992"/>
            <a:chOff x="1257151" y="1227108"/>
            <a:chExt cx="2452224" cy="1592426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342D379-49E1-C6AD-2DDB-221252E10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9274" r="19841"/>
            <a:stretch/>
          </p:blipFill>
          <p:spPr>
            <a:xfrm>
              <a:off x="1927890" y="1235968"/>
              <a:ext cx="1781485" cy="1574707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00D5CB8-7ADB-B92F-4199-B5D31728C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7151" y="1227108"/>
              <a:ext cx="520794" cy="1592426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4FEB1B06-2D01-347D-277D-E440E1E5B15F}"/>
              </a:ext>
            </a:extLst>
          </p:cNvPr>
          <p:cNvSpPr txBox="1"/>
          <p:nvPr/>
        </p:nvSpPr>
        <p:spPr>
          <a:xfrm>
            <a:off x="2252624" y="4286888"/>
            <a:ext cx="72434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/镜头推近，展示亚克力签字板</a:t>
            </a: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-签字板处做文字浮现动效</a:t>
            </a:r>
          </a:p>
          <a:p>
            <a:pPr algn="ctr"/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「瑞意清爽，嘉倍留香」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E594D43-E156-0418-AA51-1EB13E3CE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146" y="2266332"/>
            <a:ext cx="2038898" cy="173442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2DF74E7-4F8A-CDDC-79B6-DA7DE6F4BD7A}"/>
              </a:ext>
            </a:extLst>
          </p:cNvPr>
          <p:cNvSpPr txBox="1"/>
          <p:nvPr/>
        </p:nvSpPr>
        <p:spPr>
          <a:xfrm>
            <a:off x="5037062" y="4286888"/>
            <a:ext cx="98046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/大量泡沫再次从画面底部涌现，浴室门缓缓关闭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最后一个泡泡在门前，泡泡中是六神logo</a:t>
            </a:r>
          </a:p>
          <a:p>
            <a:pPr algn="ctr"/>
            <a:endParaRPr lang="en-US" altLang="zh-CN" sz="1200" dirty="0"/>
          </a:p>
          <a:p>
            <a:pPr algn="ctr"/>
            <a:r>
              <a:rPr lang="zh-CN" altLang="en-US" sz="1200" dirty="0"/>
              <a:t>-涌现有层次感，浴室门关闭动作缓慢平稳</a:t>
            </a:r>
            <a:endParaRPr lang="en-US" altLang="zh-CN" sz="1200" dirty="0"/>
          </a:p>
          <a:p>
            <a:pPr algn="ctr"/>
            <a:r>
              <a:rPr lang="zh-CN" altLang="en-US" sz="1200" dirty="0"/>
              <a:t>泡泡内 logo 做渐显动效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87C970A-704B-C68F-A75B-CA8A066F8C7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146" b="20000"/>
          <a:stretch/>
        </p:blipFill>
        <p:spPr>
          <a:xfrm>
            <a:off x="9367190" y="2270851"/>
            <a:ext cx="1328587" cy="17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7673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picture 2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335" y="0"/>
            <a:ext cx="12192000" cy="6858000"/>
          </a:xfrm>
          <a:prstGeom prst="rect">
            <a:avLst/>
          </a:prstGeom>
        </p:spPr>
      </p:pic>
      <p:cxnSp>
        <p:nvCxnSpPr>
          <p:cNvPr id="4" name="直接连接符 2"/>
          <p:cNvCxnSpPr/>
          <p:nvPr/>
        </p:nvCxnSpPr>
        <p:spPr>
          <a:xfrm>
            <a:off x="408305" y="1211580"/>
            <a:ext cx="11402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F1F469E-B89A-6989-8570-DE15A2DF7B8D}"/>
              </a:ext>
            </a:extLst>
          </p:cNvPr>
          <p:cNvSpPr txBox="1"/>
          <p:nvPr/>
        </p:nvSpPr>
        <p:spPr>
          <a:xfrm>
            <a:off x="311785" y="608330"/>
            <a:ext cx="11402695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GWP</a:t>
            </a:r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创意视频参考</a:t>
            </a:r>
            <a:r>
              <a:rPr lang="en-US" altLang="zh-CN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REF</a:t>
            </a:r>
            <a:r>
              <a:rPr lang="zh-CN" altLang="en-US" sz="3200" b="1" dirty="0">
                <a:latin typeface="微软雅黑" charset="0"/>
                <a:ea typeface="微软雅黑" charset="0"/>
                <a:cs typeface="微软雅黑" panose="020B0503020204020204" pitchFamily="34" charset="-122"/>
              </a:rPr>
              <a:t>：</a:t>
            </a:r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  <a:p>
            <a:endParaRPr lang="en-US" altLang="zh-CN" sz="3200" b="1" dirty="0">
              <a:latin typeface="微软雅黑" charset="0"/>
              <a:ea typeface="微软雅黑" charset="0"/>
              <a:cs typeface="微软雅黑" panose="020B0503020204020204" pitchFamily="34" charset="-122"/>
            </a:endParaRPr>
          </a:p>
        </p:txBody>
      </p:sp>
      <p:pic>
        <p:nvPicPr>
          <p:cNvPr id="7" name="c92c170da4b42533ebfabf809f14d830_raw">
            <a:hlinkClick r:id="" action="ppaction://media"/>
            <a:extLst>
              <a:ext uri="{FF2B5EF4-FFF2-40B4-BE49-F238E27FC236}">
                <a16:creationId xmlns:a16="http://schemas.microsoft.com/office/drawing/2014/main" id="{D1B435EB-C926-2566-3791-3B1ACBA867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8106" y="1613543"/>
            <a:ext cx="2659676" cy="472831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A25259C-9CAF-5998-F917-FFA478C34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0997" y="1613543"/>
            <a:ext cx="3271367" cy="1885579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A606824A-9289-6A9E-D0ED-1C28E6E6FDE7}"/>
              </a:ext>
            </a:extLst>
          </p:cNvPr>
          <p:cNvGrpSpPr/>
          <p:nvPr/>
        </p:nvGrpSpPr>
        <p:grpSpPr>
          <a:xfrm>
            <a:off x="3755844" y="3696534"/>
            <a:ext cx="8054521" cy="2645321"/>
            <a:chOff x="3030401" y="1565169"/>
            <a:chExt cx="8874591" cy="291465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C68A8DF-38D6-5B09-10B8-5511C29F4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19387" y="1565169"/>
              <a:ext cx="2076328" cy="290588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0C83A4C4-5093-C262-A37F-22DD227910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9845" b="20302"/>
            <a:stretch/>
          </p:blipFill>
          <p:spPr>
            <a:xfrm>
              <a:off x="7443338" y="1565169"/>
              <a:ext cx="2234618" cy="290588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B1E7419-4739-8D91-C9BA-3E98FFBB06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20146" b="20000"/>
            <a:stretch/>
          </p:blipFill>
          <p:spPr>
            <a:xfrm>
              <a:off x="3030401" y="1565169"/>
              <a:ext cx="2241363" cy="2914654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5F53D53-5E64-70C2-825B-BFCD0D692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25579" y="1565169"/>
              <a:ext cx="2179413" cy="2905884"/>
            </a:xfrm>
            <a:prstGeom prst="rect">
              <a:avLst/>
            </a:prstGeom>
          </p:spPr>
        </p:pic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6D802179-674F-7FB9-00E3-8D401091A4C5}"/>
              </a:ext>
            </a:extLst>
          </p:cNvPr>
          <p:cNvSpPr txBox="1"/>
          <p:nvPr/>
        </p:nvSpPr>
        <p:spPr>
          <a:xfrm>
            <a:off x="3653003" y="1776830"/>
            <a:ext cx="3922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画风参考：</a:t>
            </a:r>
            <a:endParaRPr kumimoji="1" lang="en-US" altLang="zh-CN" dirty="0"/>
          </a:p>
          <a:p>
            <a:r>
              <a:rPr kumimoji="1" lang="zh-CN" altLang="en-US" dirty="0"/>
              <a:t>配色主色调为田嘉瑞应援色</a:t>
            </a:r>
            <a:r>
              <a:rPr kumimoji="1" lang="en-US" altLang="zh-CN" dirty="0"/>
              <a:t>#A2D2E2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5645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9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345</Words>
  <Application>Microsoft Macintosh PowerPoint</Application>
  <PresentationFormat>宽屏</PresentationFormat>
  <Paragraphs>38</Paragraphs>
  <Slides>3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DengXian</vt:lpstr>
      <vt:lpstr>DengXian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婉雯 杨</dc:creator>
  <cp:lastModifiedBy>婉雯 杨</cp:lastModifiedBy>
  <cp:revision>6</cp:revision>
  <dcterms:created xsi:type="dcterms:W3CDTF">2026-02-26T10:54:29Z</dcterms:created>
  <dcterms:modified xsi:type="dcterms:W3CDTF">2026-03-03T04:49:57Z</dcterms:modified>
</cp:coreProperties>
</file>