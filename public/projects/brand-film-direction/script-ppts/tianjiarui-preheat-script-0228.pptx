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51"/>
    <p:restoredTop sz="94700"/>
  </p:normalViewPr>
  <p:slideViewPr>
    <p:cSldViewPr snapToGrid="0">
      <p:cViewPr varScale="1">
        <p:scale>
          <a:sx n="70" d="100"/>
          <a:sy n="70" d="100"/>
        </p:scale>
        <p:origin x="184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33B16-1694-334D-9133-9B0662D3233A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6B3746-720B-B54C-9C92-23216CB5C5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058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682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99D94-E686-A886-F76A-11BD217C1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45383C-3ECD-FD43-BB99-9E9B2F031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07DF48-D7E8-66AD-1DE4-EFB21407F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B405AF-9572-411D-D47E-5BACC82BC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AE8D72-F3D6-63A5-57E3-167366F4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643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570A0-93F1-EA76-147E-C139B2E4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D707D7-7017-24F3-428B-3407A369B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BEAB04-D57F-3B80-7C74-933C8A31D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4D9C54-C8E8-FC44-186F-8EEA598FA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C92259-2F0F-173B-4830-16488405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9544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40D6CE-EEDB-BBA8-7E5B-0CC49E56E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851FA2-4DC5-0B51-102E-09C8AAE93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BEA5F7-3294-AB48-1B4C-2FDC5AA00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51967E-393E-86F7-AB0A-5D09CD052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69A105-BB76-8D48-6680-4CD1A3C77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372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740ED2-DB9E-2FE2-147E-A9555FA43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8982D0-1F2B-438F-84A2-1FACB14EBD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C1F536-0B8A-40F1-48A9-1921BE3DF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A1F4D2-9594-B4D9-D52F-E70DD413E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641025-33B9-428A-5E94-D4744D593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6D44A9-17AC-2068-AFF5-3C301AE94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4804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74202F-7B91-6B9F-9F2E-5C84EE4C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4FAC71-0DBE-37AD-E3BB-85FF77914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069B87-CEA0-F175-B254-955876AC4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5C08217-656E-9C5E-DDA3-8108697695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B201F5B-663E-369A-69AF-5AE4AC931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8421A7F-534A-853C-6DF4-3271AB679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C8270E-59CD-CF11-1E3A-4BE02F9B4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77F44D6-F681-9D47-BF51-63C987F0B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6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1FAC8B-AC6F-54D9-173F-748A6215C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2BEC624-F32B-13BE-EC81-11653DF97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FB6ECC-2FB8-E6E6-D824-427A031D4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238DFF-B6F8-64AD-D956-D7C5ACBBD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0457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39467C-01D6-0195-90A5-1F9FB4BB3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DA9EE5E-5406-FA49-D627-61FCE6759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CA63F7-BDF5-1A13-DE03-5C9CE7AFF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3721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A80B13-E2AC-D72A-566C-A74249772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E4838E-7B90-D59F-8901-B19E34AB3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74E88A-E995-1894-7002-C06E7715D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2AFEFD-0BE5-C4F9-02BE-8A708D80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34629F-54B2-BC20-A9AF-3B7F10E01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31E80E-65AF-5F78-D90C-3DF3242BD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686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2E9CD8-B4FB-FC43-49BC-944AD8D96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5D76EC-3F8F-AEC0-0F5A-62B734B65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08DB8D-1AE2-2DC8-15E1-FD752965F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76656A-B1C4-E67E-65EA-7A8314146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E8BC29-8B26-967C-5F71-548E32F4D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F50A5F-D815-DA07-C633-58C9E273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2211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4D6248-01A1-E70E-6A70-5B398E564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E98D47-1AE0-E742-967E-56FD22568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BF37DF-15D6-2EC1-2181-DCF0F6815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986592-062C-D3F3-8FA9-CCC8626B4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C192F5-579C-4A3D-7C03-BBD2ECB62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4528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C8EB1B-09F3-187C-039E-2ED4146992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5D018D-B246-B8BB-6D9C-6F836AA04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5A2672-4BDF-B73D-6765-E3421B451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6F8BF5-5BB8-AFEE-BCC9-69A342EC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1A0DA7-B721-FD66-1628-3C76FB7F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6193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415898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A71293-99BD-3C06-2FE5-77FF86CB0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6A2DB3-35A3-B221-F281-9B0320600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F1D50D-8095-F106-9E8B-0108F6E9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4D11A-DBD2-8A47-8223-1B3E35D89104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989CD9-D9F6-7950-2CC8-9827D2022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7C31F3-81D1-3278-75D6-9D8446353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9830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picture 2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直接连接符 2"/>
          <p:cNvCxnSpPr/>
          <p:nvPr/>
        </p:nvCxnSpPr>
        <p:spPr>
          <a:xfrm>
            <a:off x="408305" y="1211580"/>
            <a:ext cx="114020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11785" y="608330"/>
            <a:ext cx="11402695" cy="603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latin typeface="微软雅黑" charset="0"/>
                <a:ea typeface="微软雅黑" charset="0"/>
                <a:cs typeface="微软雅黑" panose="020B0503020204020204" pitchFamily="34" charset="-122"/>
              </a:rPr>
              <a:t>新品</a:t>
            </a:r>
            <a:r>
              <a:rPr lang="en-US" altLang="zh-CN" sz="3200" b="1" dirty="0">
                <a:latin typeface="微软雅黑" charset="0"/>
                <a:ea typeface="微软雅黑" charset="0"/>
                <a:cs typeface="微软雅黑" panose="020B0503020204020204" pitchFamily="34" charset="-122"/>
              </a:rPr>
              <a:t>-</a:t>
            </a:r>
            <a:r>
              <a:rPr lang="zh-CN" altLang="en-US" sz="3200" b="1" dirty="0">
                <a:latin typeface="微软雅黑" charset="0"/>
                <a:ea typeface="微软雅黑" charset="0"/>
                <a:cs typeface="微软雅黑" panose="020B0503020204020204" pitchFamily="34" charset="-122"/>
              </a:rPr>
              <a:t>悬念预热视频</a:t>
            </a:r>
            <a:endParaRPr lang="en-US" altLang="zh-CN" sz="3200" b="1" dirty="0">
              <a:latin typeface="微软雅黑" charset="0"/>
              <a:ea typeface="微软雅黑" charset="0"/>
              <a:cs typeface="微软雅黑" panose="020B0503020204020204" pitchFamily="34" charset="-122"/>
            </a:endParaRPr>
          </a:p>
          <a:p>
            <a:endParaRPr lang="en-US" altLang="zh-CN" sz="3200" b="1" dirty="0">
              <a:latin typeface="微软雅黑" charset="0"/>
              <a:ea typeface="微软雅黑" charset="0"/>
              <a:cs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025B9CF-D88C-86C1-CC08-E524DA694AAA}"/>
              </a:ext>
            </a:extLst>
          </p:cNvPr>
          <p:cNvSpPr txBox="1"/>
          <p:nvPr/>
        </p:nvSpPr>
        <p:spPr>
          <a:xfrm>
            <a:off x="311785" y="1571433"/>
            <a:ext cx="10927338" cy="4218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300" dirty="0">
                <a:solidFill>
                  <a:srgbClr val="090404"/>
                </a:solidFill>
                <a:effectLst/>
                <a:latin typeface="微软雅黑" charset="0"/>
                <a:ea typeface="微软雅黑" charset="0"/>
                <a:cs typeface="微软雅黑" charset="0"/>
                <a:sym typeface="+mn-ea"/>
              </a:rPr>
              <a:t>/</a:t>
            </a:r>
            <a:r>
              <a:rPr lang="en-GB" altLang="zh-CN" sz="1300" dirty="0" err="1">
                <a:solidFill>
                  <a:srgbClr val="090404"/>
                </a:solidFill>
                <a:effectLst/>
                <a:latin typeface="微软雅黑" charset="0"/>
                <a:ea typeface="微软雅黑" charset="0"/>
                <a:cs typeface="微软雅黑" charset="0"/>
                <a:sym typeface="+mn-ea"/>
              </a:rPr>
              <a:t>镜头缓缓推近</a:t>
            </a:r>
            <a:r>
              <a:rPr lang="zh-CN" altLang="en-US" sz="1300" dirty="0">
                <a:solidFill>
                  <a:srgbClr val="090404"/>
                </a:solidFill>
                <a:effectLst/>
                <a:latin typeface="微软雅黑" charset="0"/>
                <a:ea typeface="微软雅黑" charset="0"/>
                <a:cs typeface="微软雅黑" charset="0"/>
                <a:sym typeface="+mn-ea"/>
              </a:rPr>
              <a:t>，</a:t>
            </a:r>
            <a:r>
              <a:rPr lang="zh-CN" altLang="en-US" sz="1400" dirty="0"/>
              <a:t>扫过田嘉瑞搭在白色枕头上的手   粉色六神沐浴露静静放在枕边，他的侧脸在柔光里若隐若现，带着笑意。</a:t>
            </a:r>
            <a:r>
              <a:rPr lang="zh-CN" altLang="en-US" sz="1300" b="1" dirty="0">
                <a:latin typeface="微软雅黑" charset="0"/>
                <a:ea typeface="微软雅黑" charset="0"/>
              </a:rPr>
              <a:t> </a:t>
            </a:r>
            <a:endParaRPr lang="en-US" altLang="zh-CN" sz="1300" b="1" dirty="0">
              <a:latin typeface="微软雅黑" charset="0"/>
              <a:ea typeface="微软雅黑" charset="0"/>
            </a:endParaRPr>
          </a:p>
          <a:p>
            <a:pPr>
              <a:lnSpc>
                <a:spcPct val="200000"/>
              </a:lnSpc>
            </a:pPr>
            <a:r>
              <a:rPr lang="zh-CN" altLang="en-US" sz="1300" b="1" dirty="0">
                <a:latin typeface="微软雅黑" charset="0"/>
                <a:ea typeface="微软雅黑" charset="0"/>
              </a:rPr>
              <a:t>「他的枕边，藏着什么秘密？」</a:t>
            </a:r>
            <a:endParaRPr lang="en-US" altLang="zh-CN" sz="1300" b="1" dirty="0">
              <a:latin typeface="微软雅黑" charset="0"/>
              <a:ea typeface="微软雅黑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1300" b="1" dirty="0">
                <a:latin typeface="微软雅黑" charset="0"/>
                <a:ea typeface="微软雅黑" charset="0"/>
              </a:rPr>
              <a:t>/</a:t>
            </a:r>
            <a:r>
              <a:rPr lang="zh-CN" altLang="en-US" sz="1400" dirty="0"/>
              <a:t>举着相机对着镜头自拍，眼神带笑</a:t>
            </a:r>
            <a:endParaRPr lang="en-US" altLang="zh-CN" sz="1400" dirty="0"/>
          </a:p>
          <a:p>
            <a:pPr>
              <a:lnSpc>
                <a:spcPct val="200000"/>
              </a:lnSpc>
            </a:pPr>
            <a:r>
              <a:rPr lang="zh-CN" altLang="en-US" sz="1300" b="1" dirty="0">
                <a:latin typeface="微软雅黑" charset="0"/>
                <a:ea typeface="微软雅黑" charset="0"/>
              </a:rPr>
              <a:t>「他在拍谁？」</a:t>
            </a:r>
            <a:endParaRPr lang="en-US" altLang="zh-CN" sz="1300" b="1" dirty="0">
              <a:latin typeface="微软雅黑" charset="0"/>
              <a:ea typeface="微软雅黑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/>
              <a:t>/</a:t>
            </a:r>
            <a:r>
              <a:rPr lang="zh-CN" altLang="en-US" sz="1400" dirty="0"/>
              <a:t>模糊：眼神温柔，像是在撒娇，背景是半透的白纱帘，光线柔和</a:t>
            </a:r>
            <a:endParaRPr lang="en-US" altLang="zh-CN" sz="1400" dirty="0"/>
          </a:p>
          <a:p>
            <a:pPr>
              <a:lnSpc>
                <a:spcPct val="200000"/>
              </a:lnSpc>
            </a:pPr>
            <a:r>
              <a:rPr lang="zh-CN" altLang="en-US" sz="1300" b="1" dirty="0">
                <a:latin typeface="微软雅黑" charset="0"/>
                <a:ea typeface="微软雅黑" charset="0"/>
              </a:rPr>
              <a:t>「等你发现」 </a:t>
            </a:r>
            <a:endParaRPr lang="en-US" altLang="zh-CN" sz="1300" b="1" dirty="0">
              <a:latin typeface="微软雅黑" charset="0"/>
              <a:ea typeface="微软雅黑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1300" b="1" dirty="0">
                <a:latin typeface="微软雅黑" charset="0"/>
                <a:ea typeface="微软雅黑" charset="0"/>
              </a:rPr>
              <a:t>/</a:t>
            </a:r>
            <a:r>
              <a:rPr lang="zh-CN" altLang="en-US" sz="1400" dirty="0"/>
              <a:t>捧着一束粉玫瑰，凑近镜头，把花递给镜头</a:t>
            </a:r>
            <a:endParaRPr lang="en-US" altLang="zh-CN" sz="1300" b="1" dirty="0">
              <a:latin typeface="微软雅黑" charset="0"/>
              <a:ea typeface="微软雅黑" charset="0"/>
            </a:endParaRPr>
          </a:p>
          <a:p>
            <a:pPr>
              <a:lnSpc>
                <a:spcPct val="200000"/>
              </a:lnSpc>
            </a:pPr>
            <a:r>
              <a:rPr lang="zh-CN" altLang="en-US" sz="1300" b="1" dirty="0">
                <a:latin typeface="微软雅黑" charset="0"/>
                <a:ea typeface="微软雅黑" charset="0"/>
              </a:rPr>
              <a:t>「是心动，也是他的香气」 </a:t>
            </a:r>
            <a:endParaRPr lang="en-US" altLang="zh-CN" sz="1300" b="1" dirty="0">
              <a:latin typeface="微软雅黑" charset="0"/>
              <a:ea typeface="微软雅黑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/>
              <a:t>/</a:t>
            </a:r>
            <a:r>
              <a:rPr lang="zh-CN" altLang="en-US" sz="1400" dirty="0"/>
              <a:t>镜头拉近，展示产品，</a:t>
            </a:r>
            <a:endParaRPr lang="en-US" altLang="zh-CN" sz="1400" dirty="0"/>
          </a:p>
          <a:p>
            <a:pPr>
              <a:lnSpc>
                <a:spcPct val="200000"/>
              </a:lnSpc>
            </a:pPr>
            <a:r>
              <a:rPr lang="zh-CN" altLang="en-US" sz="1400" dirty="0"/>
              <a:t>田嘉瑞的声音（画外音）：</a:t>
            </a:r>
            <a:r>
              <a:rPr lang="zh-CN" altLang="en-US" sz="1300" b="1" dirty="0">
                <a:latin typeface="微软雅黑" charset="0"/>
                <a:ea typeface="微软雅黑" charset="0"/>
              </a:rPr>
              <a:t>「我的心动香，和你分享」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6267FA4-3DC9-006A-9B67-34D6488C1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980" y="2649642"/>
            <a:ext cx="1374129" cy="24079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74E9EA3-0D0B-D334-5D39-4DCA26CE70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189" y="2649642"/>
            <a:ext cx="1341176" cy="240790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DA6201A-45E7-85B4-71DA-70409FB8A5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0599" y="2649642"/>
            <a:ext cx="1586606" cy="24079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A0551EA-8949-CAA6-7C3E-9A21E1B69C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2695" y="2649642"/>
            <a:ext cx="1381003" cy="240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89246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146</Words>
  <Application>Microsoft Macintosh PowerPoint</Application>
  <PresentationFormat>宽屏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 Light</vt:lpstr>
      <vt:lpstr>等线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婉雯 杨</dc:creator>
  <cp:lastModifiedBy>婉雯 杨</cp:lastModifiedBy>
  <cp:revision>2</cp:revision>
  <dcterms:created xsi:type="dcterms:W3CDTF">2026-02-26T10:54:29Z</dcterms:created>
  <dcterms:modified xsi:type="dcterms:W3CDTF">2026-02-28T08:22:51Z</dcterms:modified>
</cp:coreProperties>
</file>