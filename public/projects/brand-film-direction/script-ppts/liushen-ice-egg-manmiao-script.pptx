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115" d="100"/>
          <a:sy n="115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5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2312-D8E7-3A4F-88A1-6739ACF73A1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9415C-6EC2-AB45-AB0F-6091C579F87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2312-D8E7-3A4F-88A1-6739ACF73A1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9415C-6EC2-AB45-AB0F-6091C579F87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2312-D8E7-3A4F-88A1-6739ACF73A1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9415C-6EC2-AB45-AB0F-6091C579F87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2312-D8E7-3A4F-88A1-6739ACF73A1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9415C-6EC2-AB45-AB0F-6091C579F87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2312-D8E7-3A4F-88A1-6739ACF73A1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9415C-6EC2-AB45-AB0F-6091C579F87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2312-D8E7-3A4F-88A1-6739ACF73A1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9415C-6EC2-AB45-AB0F-6091C579F87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2312-D8E7-3A4F-88A1-6739ACF73A1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9415C-6EC2-AB45-AB0F-6091C579F87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2312-D8E7-3A4F-88A1-6739ACF73A1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9415C-6EC2-AB45-AB0F-6091C579F87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2312-D8E7-3A4F-88A1-6739ACF73A1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9415C-6EC2-AB45-AB0F-6091C579F87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2312-D8E7-3A4F-88A1-6739ACF73A1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9415C-6EC2-AB45-AB0F-6091C579F87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92312-D8E7-3A4F-88A1-6739ACF73A1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9415C-6EC2-AB45-AB0F-6091C579F87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92312-D8E7-3A4F-88A1-6739ACF73A1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9415C-6EC2-AB45-AB0F-6091C579F87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24726" y="281814"/>
            <a:ext cx="7671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六神冰凉蛋创意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Ref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：曼妙（身材、凉感、香味曼妙）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15300" y="5219065"/>
            <a:ext cx="49174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火锅（体祛异味，香味曼妙）</a:t>
            </a:r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吃完火锅要赶下一场，一身味道怕尴尬怎么办？</a:t>
            </a:r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：不知道，我的</a:t>
            </a:r>
            <a:r>
              <a: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香味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很曼妙。大牌同款木质香，火锅味秒变伪体香！</a:t>
            </a:r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2237" y="818969"/>
            <a:ext cx="9565733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P1-P3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画面形式：对话海报形式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“六神独家播报”（分场景对应植入卖点）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59155" y="1548765"/>
            <a:ext cx="2642235" cy="35236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00355" y="5219065"/>
            <a:ext cx="4291965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场景</a:t>
            </a:r>
            <a:r>
              <a: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1: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反季度假（体现身材曼妙）</a:t>
            </a:r>
            <a:endParaRPr kumimoji="1" lang="en-GB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GB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</a:t>
            </a:r>
            <a:r>
              <a:rPr kumimoji="1" lang="zh-CN" altLang="en-GB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新年想带冰凉蛋飞热带，能过安检上飞机不？</a:t>
            </a:r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GB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kumimoji="1" lang="zh-CN" altLang="en-GB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不知道，我的</a:t>
            </a:r>
            <a:r>
              <a: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身材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很曼妙。纸巾大小身材，登机毫无障碍！</a:t>
            </a:r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32580" y="5219065"/>
            <a:ext cx="4692650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场景</a:t>
            </a:r>
            <a:r>
              <a: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2: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健身（体现降温，凉感曼妙）</a:t>
            </a:r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：健身暴汗像着火，能快速降温续命不？</a:t>
            </a:r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：不知道，我的</a:t>
            </a:r>
            <a:r>
              <a: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凉感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很曼妙。</a:t>
            </a:r>
            <a:r>
              <a: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秒降温</a:t>
            </a:r>
            <a:r>
              <a: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度，清凉爽感长续航</a:t>
            </a:r>
            <a:r>
              <a:rPr kumimoji="1"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1.5h</a:t>
            </a:r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！</a:t>
            </a:r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00905" y="1548765"/>
            <a:ext cx="2642235" cy="35236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542655" y="1548765"/>
            <a:ext cx="2642235" cy="35236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24726" y="281814"/>
            <a:ext cx="7671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六神冰凉蛋创意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Ref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：曼妙（身材、凉感、香味曼妙）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59618" y="1635886"/>
            <a:ext cx="699181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800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体感</a:t>
            </a:r>
            <a:r>
              <a:rPr lang="en-US" altLang="zh-CN" kern="100" dirty="0"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秒</a:t>
            </a:r>
            <a:r>
              <a:rPr lang="zh-CN" altLang="zh-CN" sz="1800" b="1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直降</a:t>
            </a:r>
            <a:r>
              <a:rPr lang="en-US" altLang="zh-CN" sz="1800" b="1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7℃</a:t>
            </a:r>
            <a:r>
              <a:rPr lang="zh-CN" altLang="zh-CN" dirty="0">
                <a:effectLst/>
              </a:rPr>
              <a:t> 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2237" y="818969"/>
            <a:ext cx="9565733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P4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画面形式：海报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词云集合卖点形式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“六神独家播报”（卖点汇总）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59618" y="1566636"/>
            <a:ext cx="2904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三重薄荷</a:t>
            </a:r>
            <a:r>
              <a:rPr lang="zh-CN" altLang="zh-CN" sz="1800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精粹即刻出击</a:t>
            </a:r>
            <a:r>
              <a:rPr lang="zh-CN" altLang="zh-CN" dirty="0">
                <a:effectLst/>
              </a:rPr>
              <a:t> 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659618" y="2489966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仅</a:t>
            </a:r>
            <a:r>
              <a:rPr lang="zh-CN" altLang="zh-CN" sz="2400" b="1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纸巾大小</a:t>
            </a:r>
            <a:r>
              <a:rPr lang="zh-CN" altLang="zh-CN" sz="1800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的曼妙身材</a:t>
            </a:r>
            <a:r>
              <a:rPr lang="zh-CN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，</a:t>
            </a:r>
            <a:r>
              <a:rPr lang="zh-CN" altLang="en-US" kern="100" dirty="0">
                <a:ea typeface="微软雅黑" panose="020B0503020204020204" pitchFamily="34" charset="-122"/>
              </a:rPr>
              <a:t>便携出入各个场景</a:t>
            </a:r>
            <a:endParaRPr lang="zh-CN" altLang="en-US" kern="100" dirty="0"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59618" y="3059668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六神原液</a:t>
            </a:r>
            <a:r>
              <a:rPr lang="zh-CN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，</a:t>
            </a:r>
            <a:r>
              <a:rPr lang="zh-CN" altLang="zh-CN" sz="1800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在高温结界中为你开辟专属清凉通道</a:t>
            </a:r>
            <a:r>
              <a:rPr lang="zh-CN" altLang="zh-CN" dirty="0">
                <a:effectLst/>
              </a:rPr>
              <a:t> 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4659618" y="3537037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走哪儿喷哪儿，私人清凉区随时扩张</a:t>
            </a:r>
            <a:r>
              <a:rPr lang="zh-CN" altLang="zh-CN" dirty="0">
                <a:effectLst/>
              </a:rPr>
              <a:t> 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659618" y="4030017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即刻冰爽，</a:t>
            </a:r>
            <a:r>
              <a:rPr lang="en-US" altLang="zh-CN" sz="1800" b="1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1.5h</a:t>
            </a:r>
            <a:r>
              <a:rPr lang="zh-CN" altLang="zh-CN" sz="1800" b="1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持久清凉</a:t>
            </a:r>
            <a:r>
              <a:rPr lang="zh-CN" altLang="zh-CN" dirty="0">
                <a:effectLst/>
              </a:rPr>
              <a:t> 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4659618" y="4544629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大牌同款木质香调</a:t>
            </a:r>
            <a:r>
              <a:rPr lang="zh-CN" altLang="zh-CN" sz="1400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zh-CN" sz="1800" b="1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香氛祛味</a:t>
            </a:r>
            <a:r>
              <a:rPr lang="zh-CN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模式即刻启动</a:t>
            </a:r>
            <a:r>
              <a:rPr lang="zh-CN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659618" y="5037448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身形精巧，补香无痕</a:t>
            </a:r>
            <a:r>
              <a:rPr lang="zh-CN" altLang="zh-CN" dirty="0">
                <a:effectLst/>
              </a:rPr>
              <a:t> 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4659618" y="5530267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黑科技控制异味，</a:t>
            </a:r>
            <a:r>
              <a:rPr lang="zh-CN" altLang="en-US" sz="1800" kern="100" dirty="0">
                <a:effectLst/>
                <a:ea typeface="微软雅黑" panose="020B0503020204020204" pitchFamily="34" charset="-122"/>
                <a:cs typeface="微软雅黑" panose="020B0503020204020204" pitchFamily="34" charset="-122"/>
              </a:rPr>
              <a:t>清爽社交万人迷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42010" y="1497330"/>
            <a:ext cx="3490595" cy="46551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commondata" val="eyJoZGlkIjoiMGFkNjVmMjBlNTJmMzNlYWMxYmYxZDA3ODlhZDZhZD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WPS 演示</Application>
  <PresentationFormat>宽屏</PresentationFormat>
  <Paragraphs>41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Arial Unicode MS</vt:lpstr>
      <vt:lpstr>等线 Light</vt:lpstr>
      <vt:lpstr>等线</vt:lpstr>
      <vt:lpstr>Calibri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婉雯 杨</dc:creator>
  <cp:lastModifiedBy>屈家凯</cp:lastModifiedBy>
  <cp:revision>2</cp:revision>
  <dcterms:created xsi:type="dcterms:W3CDTF">2026-01-27T10:24:00Z</dcterms:created>
  <dcterms:modified xsi:type="dcterms:W3CDTF">2026-07-01T13:06:11Z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D31D3709E5ED43BEBD1703AE36D0ECC6_13</vt:lpwstr>
  </property>
  <property fmtid="{D5CDD505-2E9C-101B-9397-08002B2CF9AE}" pid="3" name="KSOProductBuildVer">
    <vt:lpwstr>2052-12.1.0.16120</vt:lpwstr>
  </property>
</Properties>
</file>